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Team Name: [Your Team Name]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Title: AI-Based Portfolio Website Generator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What problem are you trying to solve?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Building a portfolio is hard and time-consuming. It involves coding from scratch, formatting resume data to a web layout, and handling complex deployment pipelines.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Customer Pain Points (Persona)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Developers and professionals struggle to create and deploy premium quality portfolios quickly without learning multiple tools.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How the innovation solves it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A 1-click easy generator that bridges the gap between raw resume data and a live, deployed website using Google's Gemini 2.0 Flash AI.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2. 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How we plan to solve the problem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By utilizing Google Gemini AI to write compelling content, select premium templates, and automatically deploy the site via Vercel and GitHub APIs.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How the innovation works (Flowchart Concept)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User Profile / Resume Data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AI Engine (Content Generation)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Template Selection (React + Vite)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Automated Build &amp; Deployment (GitHub -&gt; Vercel)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3. The Innovation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Relevance to Customers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Provides a fully customizable, responsive, and high-quality portfolio with ZERO manual coding.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Value Proposition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Go from "No Portfolio" to "Live Link" in under 2 minutes.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Benefits &amp; Impact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Democratizes professional web presence, saves developers hours of tedious work, and ensures top-tier quality.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4. Market &amp;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Total Addressable Market (TAM)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All job seekers, professionals, and freelancers seeking an online presence.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Serviceable Addressable Market (SAM)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Tech professionals, software developers, and designers.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Target Market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Recent bootcamp grads, university students, and professionals needing rapid portfolio deployment.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Differentiation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Unlike Wix or Squarespace, our tool builds a tailored codebase intelligently and deploys it effortlessly.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5. Feasibility and Viability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Feasibility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Highly feasible using modern, proven web technologies (MERN stack, Vercel APIs, Gemini API).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Challenges &amp; Risks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API rate limits, template design scalability, maintaining generated link uptime.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Strategies to Overcome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Implementing queuing mechanisms for deployments, creating modular template components, caching API responses.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6. Impact and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Impact on Target Audience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Empowers users to focus on job applications rather than building websites.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Key Benefits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Zero coding required, high-speed generation, beautiful mobile-responsive designs.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Collaboration and Co-creation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Open-source potential, inviting designers to contribute new EJS/React templates.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7. 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Revenue Model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Freemium approach: Basic templates are free. Premium AI features, custom domains, and advanced templates are part of a subscription or one-time payment.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Source of Revenue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Premium user subscriptions, white-labeling for educational institutions or bootcamps.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Market Validation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Competitors charge heavy monthly fees for static builders. One-click deploy tools have high adoption rates in the dev community.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8. The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Key Team Members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[Name 1] - Lead Developer: Expertise in MERN stack and AI integrations.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[Name 2] - UI/UX Designer: Focuses on premium template generation.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Role &amp; Passion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00000"/>
                </a:solidFill>
              </a:rPr>
              <a:t>We started this project because we experienced the struggle of spending weeks building personal portfolios. We wanted to make professional web presence accessible to all.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286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3636"/>
                </a:solidFill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Projectathon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Portfolio Website Generator</dc:title>
  <dc:subject>Pitch Deck</dc:subject>
  <dc:creator>AI Portfolio Team</dc:creator>
  <cp:lastModifiedBy>AI Portfolio Team</cp:lastModifiedBy>
  <cp:revision>1</cp:revision>
  <dcterms:created xsi:type="dcterms:W3CDTF">2026-03-13T17:40:54Z</dcterms:created>
  <dcterms:modified xsi:type="dcterms:W3CDTF">2026-03-13T17:40:54Z</dcterms:modified>
</cp:coreProperties>
</file>